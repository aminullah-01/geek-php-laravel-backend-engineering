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PHP Fundamentals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 &amp; Laravel Backend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Server-side scripting language</a:t>
            </a:r>
          </a:p>
          <a:p>
            <a:r>
              <a:t>Used for backend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 Syntax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 tags</a:t>
            </a:r>
          </a:p>
          <a:p>
            <a:r>
              <a:t>Semicolons</a:t>
            </a:r>
          </a:p>
          <a:p>
            <a:r>
              <a:t>Case sensitivity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Strings</a:t>
            </a:r>
          </a:p>
          <a:p>
            <a:r>
              <a:t>Integers</a:t>
            </a:r>
          </a:p>
          <a:p>
            <a:r>
              <a:t>Floats</a:t>
            </a:r>
          </a:p>
          <a:p>
            <a:r>
              <a:t>Booleans</a:t>
            </a:r>
          </a:p>
          <a:p>
            <a:r>
              <a:t>Arrays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Arithmetic</a:t>
            </a:r>
          </a:p>
          <a:p>
            <a:r>
              <a:t>Comparison</a:t>
            </a:r>
          </a:p>
          <a:p>
            <a:r>
              <a:t>Logical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</a:t>
            </a:r>
          </a:p>
          <a:p>
            <a:r>
              <a:t>if...else</a:t>
            </a:r>
          </a:p>
          <a:p>
            <a:r>
              <a:t>switch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</a:t>
            </a:r>
          </a:p>
          <a:p>
            <a:r>
              <a:t>while</a:t>
            </a:r>
          </a:p>
          <a:p>
            <a:r>
              <a:t>foreach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Result Checker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PHP fundamentals</a:t>
            </a:r>
          </a:p>
          <a:p>
            <a:r>
              <a:t>Ready for advanced topics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